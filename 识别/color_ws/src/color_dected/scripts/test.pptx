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6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95420" y="1470025"/>
            <a:ext cx="3384000" cy="3384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9600" b="1"/>
          </a:p>
        </p:txBody>
      </p:sp>
      <p:cxnSp>
        <p:nvCxnSpPr>
          <p:cNvPr id="7" name="直接连接符 6"/>
          <p:cNvCxnSpPr/>
          <p:nvPr/>
        </p:nvCxnSpPr>
        <p:spPr>
          <a:xfrm>
            <a:off x="3995420" y="2613025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006215" y="3773170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16200000">
            <a:off x="3481070" y="3153410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16200000">
            <a:off x="4612005" y="3164205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2175510" y="47244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175510" y="162687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175510" y="278130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175510" y="393573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175510" y="509016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8395335" y="47244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462010" y="162687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462010" y="278130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462010" y="393573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462010" y="496316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1260000">
            <a:off x="3995420" y="1470025"/>
            <a:ext cx="3384000" cy="3384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9600" b="1"/>
          </a:p>
        </p:txBody>
      </p:sp>
      <p:cxnSp>
        <p:nvCxnSpPr>
          <p:cNvPr id="7" name="直接连接符 6"/>
          <p:cNvCxnSpPr/>
          <p:nvPr/>
        </p:nvCxnSpPr>
        <p:spPr>
          <a:xfrm rot="1260000">
            <a:off x="4203065" y="2649855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rot="1260000">
            <a:off x="3767455" y="3773170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17460000">
            <a:off x="3481070" y="2957195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17460000">
            <a:off x="4575810" y="3385185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2175510" y="47244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175510" y="162687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175510" y="278130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175510" y="393573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175510" y="509016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8395335" y="47244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462010" y="162687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462010" y="278130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462010" y="393573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462010" y="496316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20460000">
            <a:off x="3995420" y="1470025"/>
            <a:ext cx="3384000" cy="3384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9600" b="1"/>
          </a:p>
        </p:txBody>
      </p:sp>
      <p:cxnSp>
        <p:nvCxnSpPr>
          <p:cNvPr id="7" name="直接连接符 6"/>
          <p:cNvCxnSpPr/>
          <p:nvPr/>
        </p:nvCxnSpPr>
        <p:spPr>
          <a:xfrm rot="20460000">
            <a:off x="3819525" y="2669540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rot="20460000">
            <a:off x="4197350" y="3673475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15060000">
            <a:off x="3427730" y="3364230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15060000">
            <a:off x="4612005" y="2919095"/>
            <a:ext cx="3373120" cy="5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2175510" y="47244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175510" y="162687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175510" y="278130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175510" y="393573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175510" y="5090160"/>
            <a:ext cx="792000" cy="79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8395335" y="47244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462010" y="162687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462010" y="278130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462010" y="393573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462010" y="4963160"/>
            <a:ext cx="792000" cy="79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commondata" val="eyJoZGlkIjoiZThmMjFmMjZlMzQ2NWRjMTQxYjEyM2EzMjY5NWZiYj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派大星@</cp:lastModifiedBy>
  <cp:revision>156</cp:revision>
  <dcterms:created xsi:type="dcterms:W3CDTF">2019-06-19T02:08:00Z</dcterms:created>
  <dcterms:modified xsi:type="dcterms:W3CDTF">2024-07-30T01:59:34Z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B69BD287E53147528869A7E90C589A4C_11</vt:lpwstr>
  </property>
</Properties>
</file>